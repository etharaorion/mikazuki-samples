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Dollars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Sheet1!$A$2:$A$6</c:f>
              <c:strCache>
                <c:ptCount val="5"/>
                <c:pt idx="0">
                  <c:v>Studio time</c:v>
                </c:pt>
                <c:pt idx="1">
                  <c:v>Mixing</c:v>
                </c:pt>
                <c:pt idx="2">
                  <c:v>Mastering</c:v>
                </c:pt>
                <c:pt idx="3">
                  <c:v>Pressing</c:v>
                </c:pt>
                <c:pt idx="4">
                  <c:v>Art and photos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3600</c:v>
                </c:pt>
                <c:pt idx="1">
                  <c:v>1500</c:v>
                </c:pt>
                <c:pt idx="2">
                  <c:v>600</c:v>
                </c:pt>
                <c:pt idx="3">
                  <c:v>1800</c:v>
                </c:pt>
                <c:pt idx="4">
                  <c:v>700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>
                  <a:solidFill>
                    <a:srgbClr val="ECE7D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6A0A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6A0A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011680"/>
            <a:ext cx="1280160" cy="1463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WESTPORT SUITE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2C572"/>
                </a:solidFill>
                <a:latin typeface="Calibri"/>
              </a:rPr>
              <a:t>The second album, a production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7607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0A8"/>
                </a:solidFill>
                <a:latin typeface="Calibri"/>
              </a:rPr>
              <a:t>The Jessica Webb Quartet   .   Tracking begins October 3, 2026   .   Target release Q1 2027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8A33D"/>
                </a:solidFill>
                <a:latin typeface="Calibri"/>
              </a:rPr>
              <a:t>The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ECE7DF"/>
                </a:solidFill>
                <a:latin typeface="Calibri"/>
              </a:rPr>
              <a:t>Westport Suite is a set of originals built around the neighborhood that raised the band, plus one standard that has always meant home.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ECE7DF"/>
                </a:solidFill>
                <a:latin typeface="Calibri"/>
              </a:rPr>
              <a:t>Recorded live to the room with minimal overdubs, the way the quartet plays on a good night.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ECE7DF"/>
                </a:solidFill>
                <a:latin typeface="Calibri"/>
              </a:rPr>
              <a:t>Eight tunes, six originals by Webb and Coleman, one Coltrane ballad for Edward, and a short trio reprise of the title track from the debut.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8A33D"/>
                </a:solidFill>
                <a:latin typeface="Calibri"/>
              </a:rPr>
              <a:t>Tune List and Sessions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4206240"/>
                <a:gridCol w="3291840"/>
                <a:gridCol w="246888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D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T="38100" marB="38100" marL="88900" marR="88900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D"/>
                          </a:solidFill>
                          <a:latin typeface="Calibri"/>
                        </a:rPr>
                        <a:t>Tune</a:t>
                      </a:r>
                    </a:p>
                  </a:txBody>
                  <a:tcPr anchor="ctr" marT="38100" marB="38100" marL="88900" marR="88900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D"/>
                          </a:solidFill>
                          <a:latin typeface="Calibri"/>
                        </a:rPr>
                        <a:t>Writer</a:t>
                      </a:r>
                    </a:p>
                  </a:txBody>
                  <a:tcPr anchor="ctr" marT="38100" marB="38100" marL="88900" marR="88900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D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anchor="ctr" marT="38100" marB="38100" marL="88900" marR="88900">
                    <a:solidFill>
                      <a:srgbClr val="E8A3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Westport Morning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Webb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Day 1, Oct 3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Grand Boulevard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Webb and Coleman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Day 1, Oct 3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Naima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Coltrane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Day 2, Oct 4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The Long Way Home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Webb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Day 2, Oct 4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Brush Creek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Webb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Day 2, Oct 4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Two Roads, reprise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Webb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Day 3, Oct 17</a:t>
                      </a:r>
                    </a:p>
                  </a:txBody>
                  <a:tcPr anchor="ctr" marT="38100" marB="38100" marL="88900" marR="88900">
                    <a:solidFill>
                      <a:srgbClr val="2C2C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For Frank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Webb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7DF"/>
                          </a:solidFill>
                          <a:latin typeface="Calibri"/>
                        </a:rPr>
                        <a:t>Day 3, Oct 17</a:t>
                      </a:r>
                    </a:p>
                  </a:txBody>
                  <a:tcPr anchor="ctr" marT="38100" marB="38100" marL="88900" marR="88900">
                    <a:solidFill>
                      <a:srgbClr val="2323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8A33D"/>
                </a:solidFill>
                <a:latin typeface="Calibri"/>
              </a:rPr>
              <a:t>Production Budget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7955279" y="1554480"/>
            <a:ext cx="3566160" cy="466344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920240"/>
            <a:ext cx="31089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F2C572"/>
                </a:solidFill>
                <a:latin typeface="Calibri"/>
              </a:rPr>
              <a:t>$8,200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CE7DF"/>
                </a:solidFill>
                <a:latin typeface="Calibri"/>
              </a:rPr>
              <a:t>total production budget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0A8"/>
                </a:solidFill>
                <a:latin typeface="Calibri"/>
              </a:rPr>
              <a:t>Funded from vinyl sales and a dedicated reserve.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A6A0A8"/>
                </a:solidFill>
                <a:latin typeface="Calibri"/>
              </a:rPr>
              <a:t>Mixing booked separately for November 2026.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2026-10-02T10:00:00Z</dcterms:created>
  <dcterms:modified xsi:type="dcterms:W3CDTF">2026-10-05T10:00:00Z</dcterms:modified>
  <cp:category/>
</cp:coreProperties>
</file>