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</c:v>
                </c:pt>
              </c:strCache>
            </c:strRef>
          </c:tx>
          <c:spPr>
            <a:solidFill>
              <a:srgbClr val="E0A458"/>
            </a:solidFill>
          </c:spPr>
          <c:cat>
            <c:strRef>
              <c:f>Sheet1!$A$2:$A$7</c:f>
              <c:strCache>
                <c:ptCount val="6"/>
                <c:pt idx="0">
                  <c:v>Deck</c:v>
                </c:pt>
                <c:pt idx="1">
                  <c:v>Awning</c:v>
                </c:pt>
                <c:pt idx="2">
                  <c:v>Furniture</c:v>
                </c:pt>
                <c:pt idx="3">
                  <c:v>Permits</c:v>
                </c:pt>
                <c:pt idx="4">
                  <c:v>Lighting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11500</c:v>
                </c:pt>
                <c:pt idx="1">
                  <c:v>8900</c:v>
                </c:pt>
                <c:pt idx="2">
                  <c:v>6400</c:v>
                </c:pt>
                <c:pt idx="3">
                  <c:v>4200</c:v>
                </c:pt>
                <c:pt idx="4">
                  <c:v>3600</c:v>
                </c:pt>
                <c:pt idx="5">
                  <c:v>7400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1B26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194560" cy="10972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Patio Expansion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E0A458"/>
                </a:solidFill>
                <a:latin typeface="Calibri"/>
              </a:rPr>
              <a:t>Sidewalk build-out proposal for the spring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Prepared by Carlton McGee  /  Eleanor's Tavern, Astoria  /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A458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Eleanor's Tavern  |  Patio Expansion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Page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 24 seat sidewalk patio runs April through October and lifts covers on every warm night.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 current furniture is at the end of its life and the awning no longer covers shoulder season weather.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 spring 2027 build lands before the next patio opening and uses the 2026 operating surplus.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Same permitted footprint, no change to the lease, no structural attachment to the building.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554480"/>
            <a:ext cx="3931920" cy="402336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E0A458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7432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seats on the public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56616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0A458"/>
                </a:solidFill>
                <a:latin typeface="Calibri"/>
              </a:rPr>
              <a:t>$42,000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976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total project budget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A458"/>
                </a:solidFill>
                <a:latin typeface="Calibri"/>
              </a:rPr>
              <a:t>WHAT GETS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Scope of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Eleanor's Tavern  |  Patio Expansion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Page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New pressure treated decking and railing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Retractable awning for shoulder season cover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Weatherproof tables and chairs, 24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Four propane patio heaters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Licensed lighting and electrical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Street side planters and screening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A458"/>
                </a:solidFill>
                <a:latin typeface="Calibri"/>
              </a:rPr>
              <a:t>WHERE THE MONEY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Budget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Eleanor's Tavern  |  Patio Expansion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Page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54480"/>
          <a:ext cx="5486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Line item</a:t>
                      </a:r>
                    </a:p>
                  </a:txBody>
                  <a:tcPr>
                    <a:solidFill>
                      <a:srgbClr val="1B26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00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>
                    <a:solidFill>
                      <a:srgbClr val="1B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Decking and railing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$11,500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Retractable awning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$8,900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Outdoor furniture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Site survey and permits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$4,200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Lighting and electrical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Contingency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$3,100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Outdoor heaters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Planters and screening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0" y="155448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A458"/>
                </a:solidFill>
                <a:latin typeface="Calibri"/>
              </a:rPr>
              <a:t>FROM PLAN TO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Eleanor's Tavern  |  Patio Expansion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Page 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4592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03504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B26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00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1B26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B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November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Lock scope and request contractor bids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Carlton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December 2026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Approve budget at the monthly review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Carlton and Ellen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February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Permits filed, trades 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Carlton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March 2027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Decking, railing, and electrical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Licensed trades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Early April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Furniture, awning, final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Carlton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</a:rPr>
                        <a:t>April 2027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Patio opens for the season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222"/>
                          </a:solidFill>
                        </a:rPr>
                        <a:t>Front of house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828800" cy="7315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A458"/>
                </a:solidFill>
                <a:latin typeface="Calibri"/>
              </a:rPr>
              <a:t>THE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Funding and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Eleanor's Tavern  |  Patio Expansion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FD8E0"/>
                </a:solidFill>
                <a:latin typeface="Calibri"/>
              </a:rPr>
              <a:t>Page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Funded in full from the restaurant operating surplus built through 2026, no new debt.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Patio covers carry a strong margin on warm nights and extend the usable season.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Refreshed furniture and a working awning reduce weather cancellations in spring and fall.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Approval needed at the December monthly review before any contractor deposit goes out.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Patio Expansion 2027</dc:title>
  <dc:subject/>
  <dc:creator>Carlton McGee</dc:creator>
  <cp:keywords/>
  <dc:description/>
  <cp:lastModifiedBy>Carlton McGee</cp:lastModifiedBy>
  <cp:revision>1</cp:revision>
  <dcterms:created xsi:type="dcterms:W3CDTF">2013-01-27T09:14:16Z</dcterms:created>
  <dcterms:modified xsi:type="dcterms:W3CDTF">2013-01-27T09:15:58Z</dcterms:modified>
  <cp:category/>
</cp:coreProperties>
</file>