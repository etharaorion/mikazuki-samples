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Food cost</c:v>
                </c:pt>
              </c:strCache>
            </c:strRef>
          </c:tx>
          <c:spPr>
            <a:solidFill>
              <a:srgbClr val="C97B3C"/>
            </a:solidFill>
          </c:spPr>
          <c:cat>
            <c:strRef>
              <c:f>Sheet1!$A$2:$A$9</c:f>
              <c:strCache>
                <c:ptCount val="8"/>
                <c:pt idx="0">
                  <c:v>Cod</c:v>
                </c:pt>
                <c:pt idx="1">
                  <c:v>Scallops</c:v>
                </c:pt>
                <c:pt idx="2">
                  <c:v>Bass</c:v>
                </c:pt>
                <c:pt idx="3">
                  <c:v>Brisket</c:v>
                </c:pt>
                <c:pt idx="4">
                  <c:v>Short rib</c:v>
                </c:pt>
                <c:pt idx="5">
                  <c:v>Shepherds</c:v>
                </c:pt>
                <c:pt idx="6">
                  <c:v>Apple pie</c:v>
                </c:pt>
                <c:pt idx="7">
                  <c:v>Chowder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0.23</c:v>
                </c:pt>
                <c:pt idx="1">
                  <c:v>0.272</c:v>
                </c:pt>
                <c:pt idx="2">
                  <c:v>0.222</c:v>
                </c:pt>
                <c:pt idx="3">
                  <c:v>0.274</c:v>
                </c:pt>
                <c:pt idx="4">
                  <c:v>0.247</c:v>
                </c:pt>
                <c:pt idx="5">
                  <c:v>0.186</c:v>
                </c:pt>
                <c:pt idx="6">
                  <c:v>0.123</c:v>
                </c:pt>
                <c:pt idx="7">
                  <c:v>0.228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1E3A2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2194560" cy="109728"/>
          </a:xfrm>
          <a:prstGeom prst="rect">
            <a:avLst/>
          </a:prstGeom>
          <a:solidFill>
            <a:srgbClr val="C9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3EDE0"/>
                </a:solidFill>
                <a:latin typeface="Calibri"/>
              </a:rPr>
              <a:t>Fall and Winter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7B3C"/>
                </a:solidFill>
                <a:latin typeface="Calibri"/>
              </a:rPr>
              <a:t>The October rollout and the cold weather 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3EDE0"/>
                </a:solidFill>
                <a:latin typeface="Calibri"/>
              </a:rPr>
              <a:t>Daniel and Carlton  /  Eleanor's Tavern  /  Live October 1, 2026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C9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7B3C"/>
                </a:solidFill>
                <a:latin typeface="Calibri"/>
              </a:rPr>
              <a:t>WHAT WE WANT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EDE0"/>
                </a:solidFill>
                <a:latin typeface="Calibri"/>
              </a:rPr>
              <a:t>Rollout goals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8E2D8"/>
                </a:solidFill>
                <a:latin typeface="Calibri"/>
              </a:rPr>
              <a:t>Eleanor's Tavern  |  Fall and Winter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D8E2D8"/>
                </a:solidFill>
                <a:latin typeface="Calibri"/>
              </a:rPr>
              <a:t>Page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4332A"/>
                </a:solidFill>
                <a:latin typeface="Calibri"/>
              </a:rPr>
              <a:t>•  Bring the menu into fall with hearty plates, clay pot dishes, and house pies.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4332A"/>
                </a:solidFill>
                <a:latin typeface="Calibri"/>
              </a:rPr>
              <a:t>•  Hold food cost near 30 percent across the menu as fish pricing rises in Q4.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4332A"/>
                </a:solidFill>
                <a:latin typeface="Calibri"/>
              </a:rPr>
              <a:t>•  Carry the dishes guests ask for by name and retire the slow summer items.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4332A"/>
                </a:solidFill>
                <a:latin typeface="Calibri"/>
              </a:rPr>
              <a:t>•  Go live October 1, clean handoff to the line and the printed menu the same day.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C9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7B3C"/>
                </a:solidFill>
                <a:latin typeface="Calibri"/>
              </a:rPr>
              <a:t>THREE COURSES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EDE0"/>
                </a:solidFill>
                <a:latin typeface="Calibri"/>
              </a:rPr>
              <a:t>Menu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8E2D8"/>
                </a:solidFill>
                <a:latin typeface="Calibri"/>
              </a:rPr>
              <a:t>Eleanor's Tavern  |  Fall and Winter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D8E2D8"/>
                </a:solidFill>
                <a:latin typeface="Calibri"/>
              </a:rPr>
              <a:t>Page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97B3C"/>
                </a:solidFill>
                <a:latin typeface="Calibri"/>
              </a:rPr>
              <a:t>STARTERS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Winter clam chowder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Roasted squash, brown butter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Tavern wings, house hot sauce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Caesar, white anchovy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97B3C"/>
                </a:solidFill>
                <a:latin typeface="Calibri"/>
              </a:rPr>
              <a:t>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92024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Pan seared cod, white beans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Day boat scallops, brown butter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Grilled striped bass, capers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Clay pot short rib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Shepherds pie, tavern classic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97B3C"/>
                </a:solidFill>
                <a:latin typeface="Calibri"/>
              </a:rPr>
              <a:t>DESSERTS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Apple and pear pie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Chocolate pudding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4332A"/>
                </a:solidFill>
                <a:latin typeface="Calibri"/>
              </a:rPr>
              <a:t>•  Vanilla ice cream alongside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C9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7B3C"/>
                </a:solidFill>
                <a:latin typeface="Calibri"/>
              </a:rPr>
              <a:t>PLATE COST AS PERCENT OF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EDE0"/>
                </a:solidFill>
                <a:latin typeface="Calibri"/>
              </a:rPr>
              <a:t>Food cost discipline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8E2D8"/>
                </a:solidFill>
                <a:latin typeface="Calibri"/>
              </a:rPr>
              <a:t>Eleanor's Tavern  |  Fall and Winter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D8E2D8"/>
                </a:solidFill>
                <a:latin typeface="Calibri"/>
              </a:rPr>
              <a:t>Page 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554480"/>
          <a:ext cx="10972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C9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7B3C"/>
                </a:solidFill>
                <a:latin typeface="Calibri"/>
              </a:rPr>
              <a:t>OWNERS AND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EDE0"/>
                </a:solidFill>
                <a:latin typeface="Calibri"/>
              </a:rPr>
              <a:t>Launch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8E2D8"/>
                </a:solidFill>
                <a:latin typeface="Calibri"/>
              </a:rPr>
              <a:t>Eleanor's Tavern  |  Fall and Winter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D8E2D8"/>
                </a:solidFill>
                <a:latin typeface="Calibri"/>
              </a:rPr>
              <a:t>Page 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5448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246888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3EDE0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00">
                          <a:solidFill>
                            <a:srgbClr val="F3EDE0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00">
                          <a:solidFill>
                            <a:srgbClr val="F3EDE0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E3A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Lock pan seared cod recipe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Daniel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Test clay pot short rib braise times</a:t>
                      </a:r>
                    </a:p>
                  </a:txBody>
                  <a:tcPr>
                    <a:solidFill>
                      <a:srgbClr val="ECE6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Daniel</a:t>
                      </a:r>
                    </a:p>
                  </a:txBody>
                  <a:tcPr>
                    <a:solidFill>
                      <a:srgbClr val="ECE6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ECE6D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Source the roasted squash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Hector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Finalize the apple and pear pie crust</a:t>
                      </a:r>
                    </a:p>
                  </a:txBody>
                  <a:tcPr>
                    <a:solidFill>
                      <a:srgbClr val="ECE6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Pastry</a:t>
                      </a:r>
                    </a:p>
                  </a:txBody>
                  <a:tcPr>
                    <a:solidFill>
                      <a:srgbClr val="ECE6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ECE6D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Batch the mulled cider, non alcoholic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Brian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Select three bourbon flight pours</a:t>
                      </a:r>
                    </a:p>
                  </a:txBody>
                  <a:tcPr>
                    <a:solidFill>
                      <a:srgbClr val="ECE6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Brian</a:t>
                      </a:r>
                    </a:p>
                  </a:txBody>
                  <a:tcPr>
                    <a:solidFill>
                      <a:srgbClr val="ECE6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ECE6D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Update menu page and 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Sophia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Pending Oct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 and Winter Menu Rollout</dc:title>
  <dc:subject/>
  <dc:creator>Carlton McGee</dc:creator>
  <cp:keywords/>
  <dc:description/>
  <cp:lastModifiedBy>Carlton McGee</cp:lastModifiedBy>
  <cp:revision>1</cp:revision>
  <dcterms:created xsi:type="dcterms:W3CDTF">2013-01-27T09:14:16Z</dcterms:created>
  <dcterms:modified xsi:type="dcterms:W3CDTF">2013-01-27T09:15:58Z</dcterms:modified>
  <cp:category/>
</cp:coreProperties>
</file>