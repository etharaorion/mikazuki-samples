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Children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7D5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38B-4735-AAB8-ADA90E3AB532}"/>
              </c:ext>
            </c:extLst>
          </c:dPt>
          <c:dPt>
            <c:idx val="1"/>
            <c:invertIfNegative val="1"/>
            <c:bubble3D val="0"/>
            <c:spPr>
              <a:solidFill>
                <a:srgbClr val="1F3A5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38B-4735-AAB8-ADA90E3AB532}"/>
              </c:ext>
            </c:extLst>
          </c:dPt>
          <c:dPt>
            <c:idx val="2"/>
            <c:invertIfNegative val="1"/>
            <c:bubble3D val="0"/>
            <c:spPr>
              <a:solidFill>
                <a:srgbClr val="C8A24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38B-4735-AAB8-ADA90E3AB532}"/>
              </c:ext>
            </c:extLst>
          </c:dPt>
          <c:dPt>
            <c:idx val="3"/>
            <c:invertIfNegative val="1"/>
            <c:bubble3D val="0"/>
            <c:spPr>
              <a:solidFill>
                <a:srgbClr val="274B7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38B-4735-AAB8-ADA90E3AB532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62B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Pre-K</c:v>
                </c:pt>
                <c:pt idx="1">
                  <c:v>K-1</c:v>
                </c:pt>
                <c:pt idx="2">
                  <c:v>Gr 2-3</c:v>
                </c:pt>
                <c:pt idx="3">
                  <c:v>Gr 4-5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21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38B-4735-AAB8-ADA90E3AB5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>
                <a:solidFill>
                  <a:srgbClr val="262B3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8"/>
          <c:min val="0"/>
        </c:scaling>
        <c:delete val="0"/>
        <c:axPos val="l"/>
        <c:majorGridlines>
          <c:spPr>
            <a:ln w="6350">
              <a:solidFill>
                <a:srgbClr val="ECEF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480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6B748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A24B"/>
                </a:solidFill>
                <a:latin typeface="Segoe UI"/>
              </a:rPr>
              <a:t>VOLUNTEER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74519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Summer Children's Program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7E0EE"/>
                </a:solidFill>
                <a:latin typeface="Segoe UI"/>
              </a:rPr>
              <a:t>Theme: Rooted and Growing  (Colossians 2:7)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892040"/>
            <a:ext cx="7498079" cy="18288"/>
          </a:xfrm>
          <a:prstGeom prst="rect">
            <a:avLst/>
          </a:prstGeom>
          <a:solidFill>
            <a:srgbClr val="3A5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Grace Tabernacle Community Church  ·  220 Maple Avenue, Hartford 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Program week: July 20 - 24, 2027  ·  9:00 AM - 12:00 PM daily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Education Committee Chair: Shanice R. Giles  ·  Orientation: Saturday, July 12,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THIS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This Year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7D5B"/>
                </a:solidFill>
                <a:latin typeface="Segoe UI"/>
              </a:rPr>
              <a:t>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July 20 - 24, 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4899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673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A5F"/>
                </a:solidFill>
                <a:latin typeface="Segoe UI"/>
              </a:rPr>
              <a:t>3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87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9:00 AM - 12:00 PM daily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280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8A24B"/>
                </a:solidFill>
                <a:latin typeface="Segoe UI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194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Enrollment cap (58 filled)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113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113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78874" y="1600200"/>
            <a:ext cx="22791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74B78"/>
                </a:solidFill>
                <a:latin typeface="Segoe UI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8018" y="2203704"/>
            <a:ext cx="22334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Volunteer roles to fill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71800"/>
            <a:ext cx="5760720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8952" y="3209544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317296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Enrollment by Age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5204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480"/>
                </a:solidFill>
                <a:latin typeface="Segoe UI"/>
              </a:rPr>
              <a:t>Prior-year registration, projecting similar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22960" y="3611880"/>
          <a:ext cx="52120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537960" y="2971800"/>
            <a:ext cx="514807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12280" y="32461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95160" y="3209544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How the week runs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721608"/>
            <a:ext cx="4709160" cy="2313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Devotion &amp; worship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ground every morning before rotations begin.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Age-group rotations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crafts, music, snack, recreation, Bible story.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Two adults per room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always - no exceptions, all week.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Free for every family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no fee; each child gets a t-shirt.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Grace Tabernacle Community Church  ·  Summer Children's Program  ·  Volunteer Orientation  ·  S. R. Giles, Education Committee Chair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THE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A Day in the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10972800" cy="32004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40764" y="228600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0482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9:00-9:20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20482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Opening devotion</a:t>
            </a:r>
          </a:p>
        </p:txBody>
      </p:sp>
      <p:sp>
        <p:nvSpPr>
          <p:cNvPr id="11" name="Oval 10"/>
          <p:cNvSpPr/>
          <p:nvPr/>
        </p:nvSpPr>
        <p:spPr>
          <a:xfrm>
            <a:off x="3771900" y="228600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25496" y="1828800"/>
            <a:ext cx="20482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9:20-9:45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587752"/>
            <a:ext cx="20482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Music &amp; worship</a:t>
            </a:r>
          </a:p>
        </p:txBody>
      </p:sp>
      <p:sp>
        <p:nvSpPr>
          <p:cNvPr id="14" name="Oval 13"/>
          <p:cNvSpPr/>
          <p:nvPr/>
        </p:nvSpPr>
        <p:spPr>
          <a:xfrm>
            <a:off x="6003036" y="228600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56631" y="1828800"/>
            <a:ext cx="20482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9:45-11:00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1" y="2587752"/>
            <a:ext cx="20482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Age-group rotations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34171" y="228600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87768" y="1828800"/>
            <a:ext cx="20482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11:00-11:45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587752"/>
            <a:ext cx="20482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Snack &amp; recreation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465308" y="228600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18904" y="1828800"/>
            <a:ext cx="20482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11:45-12:00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2587752"/>
            <a:ext cx="20482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Closing &amp; pickup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20440"/>
            <a:ext cx="548640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379476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7581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Volunteer timing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70248"/>
            <a:ext cx="5047488" cy="176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Arrive 8:15 AM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volunteers set up rooms and check the sign-in table.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Stay with your group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leaders move with their children between stations.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Pickup is structured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children released only at the 11:45 closing, to listed adults.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520440"/>
            <a:ext cx="548640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73952" y="379476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37581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Good to know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270248"/>
            <a:ext cx="5047488" cy="176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Rotations are 25 min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 bell signals each group to move stations.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Snack is allergy-aware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the snack lead holds every child's care card.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Recreation is outdoors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weather permitting; gym is the rain plan.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Grace Tabernacle Community Church  ·  Summer Children's Program  ·  Volunteer Orientation  ·  S. R. Giles, Education Committee Chair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492F"/>
                </a:solidFill>
                <a:latin typeface="Segoe UI"/>
              </a:rPr>
              <a:t>NON-NEGOTIABLE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Safety Comes First - Every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5814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965960"/>
            <a:ext cx="457200" cy="457200"/>
          </a:xfrm>
          <a:prstGeom prst="ellipse">
            <a:avLst/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60320"/>
            <a:ext cx="3078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Sign In &amp;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90088"/>
            <a:ext cx="307847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Every child, every day, at the registration table. No child leaves without a signature.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3775" y="1691640"/>
            <a:ext cx="35814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03775" y="169164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59808" y="1965960"/>
            <a:ext cx="457200" cy="457200"/>
          </a:xfrm>
          <a:prstGeom prst="ellipse">
            <a:avLst/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9808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808" y="2560320"/>
            <a:ext cx="3078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Authorized Pickup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808" y="2990088"/>
            <a:ext cx="307847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Children are released only to a parent, guardian, or the person listed on the 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691640"/>
            <a:ext cx="35814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04632" y="169164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60663" y="1965960"/>
            <a:ext cx="457200" cy="457200"/>
          </a:xfrm>
          <a:prstGeom prst="ellipse">
            <a:avLst/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0663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0663" y="2560320"/>
            <a:ext cx="3078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Two-Adult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0663" y="2990088"/>
            <a:ext cx="307847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Two screened adults are present in every room at all times. Never one-on-one, ever.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09160"/>
            <a:ext cx="11183112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498348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946904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Three more safety basics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58968"/>
            <a:ext cx="10744200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0492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Allergies &amp; meds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the snack and first-aid leads hold every child's care card daily.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0492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Report anything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tell the safety coordinator immediately - better ten times than never.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0492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Background checks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every adult volunteer is screened before the first morning.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Grace Tabernacle Community Church  ·  Summer Children's Program  ·  Volunteer Orientation  ·  S. R. Giles, Education Committee Chair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WHERE YOU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Volunteer Roles &amp; Stations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83112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Station</a:t>
                      </a:r>
                    </a:p>
                  </a:txBody>
                  <a:tcPr marL="109728" marR="73152" marT="27432" marB="27432" anchor="ctr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you do</a:t>
                      </a:r>
                    </a:p>
                  </a:txBody>
                  <a:tcPr marL="109728" marR="73152" marT="27432" marB="27432" anchor="ctr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People needed</a:t>
                      </a:r>
                    </a:p>
                  </a:txBody>
                  <a:tcPr marL="109728" marR="73152" marT="27432" marB="27432" anchor="ctr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Lead</a:t>
                      </a:r>
                    </a:p>
                  </a:txBody>
                  <a:tcPr marL="109728" marR="73152" marT="27432" marB="27432" anchor="ctr"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Check-in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Sign-in/out, name tags, greet families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Rose Delaney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Crafts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Set up and guide the daily craft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Nicole James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Music &amp; Worship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Lead songs and motions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Pastor Mitchell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Snack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Serve, manage allergies, clean up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Karen Giles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Recreation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Run outdoor games and gym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Group Leaders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Move with one age group all morning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Shadow first day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Grace Tabernacle Community Church  ·  Summer Children's Program  ·  Volunteer Orientation  ·  S. R. Giles, Education Committee Chair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DAY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Your First Morning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581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96596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60320"/>
            <a:ext cx="3078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Shadow &amp; 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90088"/>
            <a:ext cx="30784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New group leaders shadow an experienced leader on the first morning before taking a group.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3775" y="1691640"/>
            <a:ext cx="3581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03775" y="169164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59808" y="196596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9808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808" y="2560320"/>
            <a:ext cx="3078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Learn the 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808" y="2990088"/>
            <a:ext cx="30784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Your single most powerful tool. Use name tags and call every child by name, kindly.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691640"/>
            <a:ext cx="3581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04632" y="169164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60663" y="196596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0663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0663" y="2560320"/>
            <a:ext cx="3078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Lean on Leads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0663" y="2990088"/>
            <a:ext cx="30784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Each station has a lead who knows the plan. Ask early, ask often - that's why they're there.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1118311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489204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855464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Before you arrive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67527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Bring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 refillable water bottle, comfortable shoes, and patience.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Wear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your volunteer t-shirt and a smile - you set the tone for nervous kids.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Remember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for some children, this week is the calmest, kindest place they'll be all summer.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Grace Tabernacle Community Church  ·  Summer Children's Program  ·  Volunteer Orientation  ·  S. R. Giles, Education Committee Chair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CARING FOR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Behavior &amp; Care Guidelines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5047488" cy="3822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Connect before correct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 calm, kneeling voice resolves most moments.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Redirect, don't shame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name the behavior, offer a better choice.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Praise specifically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“You shared the markers” beats “good job.”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Never discipline physically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ever - step back and call a lead.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Big feelings happen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 quiet seat beside you is not a punishment.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6304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73952" y="173736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2" y="1700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In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12848"/>
            <a:ext cx="5047488" cy="3822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Watch for the quiet child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the one who disappears needs you most.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Bathroom rule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children go in pairs; an adult waits in the hallway.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Health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send any fever, injury, or distress to the first-aid lead.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Hands-off comfort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comfort with words and presence, not laps.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End on warmth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every child should leave feeling they belong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Grace Tabernacle Community Church  ·  Summer Children's Program  ·  Volunteer Orientation  ·  S. R. Giles, Education Committee Chair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SAVE THE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Key 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881360" cy="32004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77340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Jan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Registration opens</a:t>
            </a:r>
          </a:p>
        </p:txBody>
      </p:sp>
      <p:sp>
        <p:nvSpPr>
          <p:cNvPr id="11" name="Oval 10"/>
          <p:cNvSpPr/>
          <p:nvPr/>
        </p:nvSpPr>
        <p:spPr>
          <a:xfrm>
            <a:off x="3790188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June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Volunteer sign-up closes</a:t>
            </a:r>
          </a:p>
        </p:txBody>
      </p:sp>
      <p:sp>
        <p:nvSpPr>
          <p:cNvPr id="14" name="Oval 13"/>
          <p:cNvSpPr/>
          <p:nvPr/>
        </p:nvSpPr>
        <p:spPr>
          <a:xfrm>
            <a:off x="6003036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65775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July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5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Volunteer orientation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215883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8624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July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Room setup day</a:t>
            </a:r>
          </a:p>
        </p:txBody>
      </p:sp>
      <p:sp>
        <p:nvSpPr>
          <p:cNvPr id="20" name="Oval 19"/>
          <p:cNvSpPr/>
          <p:nvPr/>
        </p:nvSpPr>
        <p:spPr>
          <a:xfrm>
            <a:off x="10428731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91471" y="1920240"/>
            <a:ext cx="20299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July 20-24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1" y="2679192"/>
            <a:ext cx="202996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Program week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1118311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388620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849624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What we need from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61688"/>
            <a:ext cx="10744200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Confirm your role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reply to the sign-up sheet by June 30 so we can finalize stations.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Setup day, July 19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one hour, 10:00 AM - many hands make the rooms ready.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Can't make a day?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tell Shanice early so we can cover your station.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Contact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Shanice R. Giles, Education Committee Chair - (860) 555-0101.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Grace Tabernacle Community Church  ·  Summer Children's Program  ·  Volunteer Orientation  ·  S. R. Giles, Education Committee Chair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53312" y="2651760"/>
            <a:ext cx="4754880" cy="4754880"/>
          </a:xfrm>
          <a:prstGeom prst="ellipse">
            <a:avLst/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Thank you for saying yes.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You are about to give 80 children a week of belonging, song, and care.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Bring patience, energy, and a willingness to learn names 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we will handle the rest, together. Rooted and growing.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6949440" cy="868680"/>
          </a:xfrm>
          <a:prstGeom prst="roundRect">
            <a:avLst>
              <a:gd name="adj" fmla="val 12000"/>
            </a:avLst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413248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Shanice R. Giles, Education Committee Chair
Grace Tabernacle Community Church  ·  (860) 555-0101  ·  Orientation: July 12,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1063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 Bhushan</cp:lastModifiedBy>
  <cp:revision>2</cp:revision>
  <dcterms:created xsi:type="dcterms:W3CDTF">2013-01-27T09:14:16Z</dcterms:created>
  <dcterms:modified xsi:type="dcterms:W3CDTF">2026-07-02T10:54:41Z</dcterms:modified>
  <cp:category/>
</cp:coreProperties>
</file>