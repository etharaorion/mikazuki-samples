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ln w="31750">
              <a:solidFill>
                <a:srgbClr val="0F766E"/>
              </a:solidFill>
            </a:ln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</c:v>
                </c:pt>
                <c:pt idx="1">
                  <c:v>21</c:v>
                </c:pt>
                <c:pt idx="2">
                  <c:v>23</c:v>
                </c:pt>
                <c:pt idx="3">
                  <c:v>22</c:v>
                </c:pt>
                <c:pt idx="4">
                  <c:v>20</c:v>
                </c:pt>
                <c:pt idx="5">
                  <c:v>15</c:v>
                </c:pt>
                <c:pt idx="6">
                  <c:v>14</c:v>
                </c:pt>
                <c:pt idx="7">
                  <c:v>16</c:v>
                </c:pt>
                <c:pt idx="8">
                  <c:v>21</c:v>
                </c:pt>
                <c:pt idx="9">
                  <c:v>23</c:v>
                </c:pt>
                <c:pt idx="10">
                  <c:v>22</c:v>
                </c:pt>
                <c:pt idx="11">
                  <c:v>21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194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228600" cy="219456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2F6F5"/>
                </a:solidFill>
                <a:latin typeface="Segoe UI"/>
              </a:rPr>
              <a:t>Private Practice Year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  <a:latin typeface="Segoe UI"/>
              </a:rPr>
              <a:t>Park Slope home studio  |  Operations and income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Segoe UI"/>
              </a:rPr>
              <a:t>Nicole King, MT-BC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  <a:latin typeface="Calibri"/>
              </a:rPr>
              <a:t>Nicole King, MT-BC  |  Private practice review  |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5"/>
                </a:solidFill>
                <a:latin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02A30"/>
                </a:solidFill>
                <a:latin typeface="Calibri"/>
              </a:rPr>
              <a:t>- Client mix and weekly schedule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02A30"/>
                </a:solidFill>
                <a:latin typeface="Calibri"/>
              </a:rPr>
              <a:t>- Sessions and income by month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02A30"/>
                </a:solidFill>
                <a:latin typeface="Calibri"/>
              </a:rPr>
              <a:t>- Seasonal variance and what drives it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02A30"/>
                </a:solidFill>
                <a:latin typeface="Calibri"/>
              </a:rPr>
              <a:t>- Expenses tied to the practice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02A30"/>
                </a:solidFill>
                <a:latin typeface="Calibri"/>
              </a:rPr>
              <a:t>- Goals for the coming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  <a:latin typeface="Calibri"/>
              </a:rPr>
              <a:t>Nicole King, MT-BC  |  Private practice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5"/>
                </a:solidFill>
                <a:latin typeface="Segoe UI"/>
              </a:rPr>
              <a:t>The Year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F766E"/>
                </a:solidFill>
                <a:latin typeface="Segoe UI"/>
              </a:rPr>
              <a:t>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556066"/>
                </a:solidFill>
                <a:latin typeface="Segoe UI"/>
              </a:rPr>
              <a:t>Sessions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182880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39" y="1828800"/>
            <a:ext cx="2560320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22860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F766E"/>
                </a:solidFill>
                <a:latin typeface="Segoe UI"/>
              </a:rPr>
              <a:t>36,000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3200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556066"/>
                </a:solidFill>
                <a:latin typeface="Segoe UI"/>
              </a:rPr>
              <a:t>Gross dollars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82880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2560320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2860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F766E"/>
                </a:solidFill>
                <a:latin typeface="Segoe UI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200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556066"/>
                </a:solidFill>
                <a:latin typeface="Segoe UI"/>
              </a:rPr>
              <a:t>Avg per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828800"/>
            <a:ext cx="2560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828800"/>
            <a:ext cx="2560320" cy="146304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560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0F766E"/>
                </a:solidFill>
                <a:latin typeface="Segoe UI"/>
              </a:rP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200400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556066"/>
                </a:solidFill>
                <a:latin typeface="Segoe UI"/>
              </a:rPr>
              <a:t>Rate per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202A30"/>
                </a:solidFill>
                <a:latin typeface="Segoe UI"/>
              </a:rPr>
              <a:t>Three children on the autism spectrum and two to three adults in mental health work each week, at 150 dollars per 50-minute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  <a:latin typeface="Calibri"/>
              </a:rPr>
              <a:t>Nicole King, MT-BC  |  Private practice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5"/>
                </a:solidFill>
                <a:latin typeface="Segoe UI"/>
              </a:rPr>
              <a:t>Sessions by Month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371600"/>
          <a:ext cx="103327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  <a:latin typeface="Calibri"/>
              </a:rPr>
              <a:t>Nicole King, MT-BC  |  Summer dip reflects families traveling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2F6F5"/>
                </a:solidFill>
                <a:latin typeface="Segoe UI"/>
              </a:rPr>
              <a:t>Practice-Related Costs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966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6F5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6F5"/>
                          </a:solidFill>
                        </a:defRPr>
                      </a:pPr>
                      <a:r>
                        <a:t>Cadence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2F6F5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Piano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Quarterly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250 dollars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Full regulation</a:t>
                      </a:r>
                    </a:p>
                  </a:txBody>
                  <a:tcPr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E3F2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800 dollars</a:t>
                      </a:r>
                    </a:p>
                  </a:txBody>
                  <a:tcPr>
                    <a:solidFill>
                      <a:srgbClr val="E3F2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MT-BC and dues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02A30"/>
                          </a:solidFill>
                        </a:defRPr>
                      </a:pPr>
                      <a:r>
                        <a:t>800 dollars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2DD4BF"/>
                </a:solidFill>
                <a:latin typeface="Calibri"/>
              </a:rPr>
              <a:t>Nicole King, MT-BC  |  Private practice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914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2F6F5"/>
                </a:solidFill>
                <a:latin typeface="Segoe UI"/>
              </a:rPr>
              <a:t>A small caseload, fully attended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2DD4BF"/>
                </a:solidFill>
                <a:latin typeface="Segoe UI"/>
              </a:rPr>
              <a:t>Nicole King, MT-BC  |  Park Slope, Brooklyn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Practice Year in Review</dc:title>
  <dc:subject/>
  <dc:creator>Nicole King</dc:creator>
  <cp:keywords/>
  <dc:description/>
  <cp:lastModifiedBy/>
  <cp:revision>1</cp:revision>
  <dcterms:created xsi:type="dcterms:W3CDTF">2026-02-20T14:00:00Z</dcterms:created>
  <dcterms:modified xsi:type="dcterms:W3CDTF">2013-01-27T09:15:58Z</dcterms:modified>
  <cp:category/>
</cp:coreProperties>
</file>