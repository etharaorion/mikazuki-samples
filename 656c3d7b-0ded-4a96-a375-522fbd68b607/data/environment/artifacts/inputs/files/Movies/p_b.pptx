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Personnel 65%</c:v>
                </c:pt>
                <c:pt idx="1">
                  <c:v>Supplies 15%</c:v>
                </c:pt>
                <c:pt idx="2">
                  <c:v>Travel 8%</c:v>
                </c:pt>
                <c:pt idx="3">
                  <c:v>Equipment 8%</c:v>
                </c:pt>
                <c:pt idx="4">
                  <c:v>Indirect 4%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15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National Genomics Consortium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</a:rPr>
              <a:t>Year-End Progress Report  |  NGC-2025-1182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Principal Investigator: Dorothy Langston, Ph.D.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Haverstone University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05840"/>
          <a:ext cx="9601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40080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Grant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NGC-2025-1182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Award Amount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$285,000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Project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January 2025 - December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Institution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Haverstone University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Principal Investigator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Dorothy Langston, Ph.D.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Co-Investigator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Elena Voss, Ph.D. (Ridgemont Institute)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Project 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Allosteric Regulation in Protein Interaction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Year-End Report Date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October 1, 2026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577840" cy="228600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4C"/>
                </a:solidFill>
              </a:rPr>
              <a:t>Obj.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Characterize allosteric pathways in 50+ protein complexes using graph-theoretic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577840" cy="228600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4C"/>
                </a:solidFill>
              </a:rPr>
              <a:t>Obj.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Develop an open-source computational pipeline for allosteric site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5577840" cy="228600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4C"/>
                </a:solidFill>
              </a:rPr>
              <a:t>Obj.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2976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Publish 3 peer-reviewed papers on allosteric network findings.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577840" cy="228600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4C"/>
                </a:solidFill>
              </a:rPr>
              <a:t>Obj.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Train 2 postdoctoral fellows and 1 PhD student in computational structural biology.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Year 1 Key Accomplishments (January 2025 - December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Compiled a curated dataset of 62 protein complexes with experimentally validated allosteric sites from PDB and AlloSigMA repositories.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Developed and released version 1.0 of AlloNet, an open-source Python package for allosteric pathway analysis (GitHub, 340 downloads in first 90 days).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Published 'Topology-driven prediction of protein interaction hubs' in PLOS Computational Biology (Langston, Kirkland, Chen; 34 citations).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Completed onboarding and initial training of Dr. Ryan Kirkland (postdoc) and Wei Chen (PhD, 2nd year rotation).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Submitted the manuscript 'Allosteric coupling in multi-protein complexes: a network approach' to the Ashford Journal of Molecular Biology (under revision).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Year 2 Progress (January 2026 - October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Extended protein complex dataset to 78 entries, exceeding Year 2 target of 70.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AlloNet v2.0 released with improved efficiency; 1,200+ total downloads.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Third manuscript drafted: 'Cross-species conservation of allosteric regulation' (submission target: November 2026).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Dr. Sarah Okonkwo joined as second postdoc (February 2026).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Presented preliminary findings at the Structural Genomics Consortium symposium (February 2026).</a:t>
            </a:r>
          </a:p>
        </p:txBody>
      </p:sp>
      <p:sp>
        <p:nvSpPr>
          <p:cNvPr id="5" name="Oval 4"/>
          <p:cNvSpPr/>
          <p:nvPr/>
        </p:nvSpPr>
        <p:spPr>
          <a:xfrm>
            <a:off x="8686800" y="1645920"/>
            <a:ext cx="2743200" cy="2743200"/>
          </a:xfrm>
          <a:prstGeom prst="ellipse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383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4F4A"/>
                </a:solidFill>
              </a:rPr>
              <a:t>Year 2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Budget Utilization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0584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</a:rPr>
              <a:t>Total Budget: $285,000
Total Expended: $241,000 (85%)
Remaining: $44,000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Publications and Dissemination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3200400"/>
                <a:gridCol w="246888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Topology-driven prediction of protein interaction hubs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PLOS Computational Biology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Published (34 cites)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Allosteric coupling in multi-protein complexes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Ashford J. Molecular Biology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Under Revision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Cross-species conservation of allosteric regulation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Journal of Molecular Biology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In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NGC final results overview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Targeted submission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3035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F4A"/>
                </a:solidFill>
              </a:rPr>
              <a:t>Note: Oral presentation accepted at Computational Biology Winter Symposium, Cambridge MA, January 15-17, 2027.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Team and Collaborations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394960" cy="41148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Lab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Dorothy Langston, Ph.D. - Principal Investigator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Dr. Ryan Kirkland - Postdoctoral Fellow (Year 2)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Dr. Sarah Okonkwo - Postdoctoral Fellow (Year 2)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Wei Chen - PhD Candidate, 3rd year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M. Torres - PhD Student, 2nd year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A. Patel - PhD Student, 1st year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Lab Manager (position filled)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60120"/>
            <a:ext cx="5669280" cy="41148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External Collaborators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Dr. Elena Voss, Ph.D. - Ridgemont Institute (co-author, allosteric coupling paper)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National Genomics Consortium - Program Officer contact via NGC-2025-1182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AlloSigMA database team - data sharing agreement, Univ. of California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Protein Data Bank (RCSB) - data access and deposition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Challenges and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4297680"/>
              </a:tblGrid>
              <a:tr h="12573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d4f4a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Peer review delay for Ashford Journal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Potential timeline shift for publication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Parallel drafting of third manuscript to maintain 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Protein complex dataset curation more labor-intensive than projected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Slower data pipeline validation in Year 1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Recruited additional PhD student; dataset target still met by Q2 2026</a:t>
                      </a:r>
                    </a:p>
                  </a:txBody>
                  <a:tcPr>
                    <a:solidFill>
                      <a:srgbClr val="e6f5f4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HPC cluster upgrade at Haverstone delayed 8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Minor slowdown in large-scale network computations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Used cloud computing credits during transition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Closeout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3621024"/>
            <a:ext cx="73152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40" y="3200400"/>
            <a:ext cx="914400" cy="914400"/>
          </a:xfrm>
          <a:prstGeom prst="ellipse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2377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4F4A"/>
                </a:solidFill>
              </a:rPr>
              <a:t>Nov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206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Submit third
manuscript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3200400"/>
            <a:ext cx="914400" cy="914400"/>
          </a:xfrm>
          <a:prstGeom prst="ellipse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4F4A"/>
                </a:solidFill>
              </a:rPr>
              <a:t>Dec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206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NGC Final
Report Due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3200400"/>
            <a:ext cx="914400" cy="914400"/>
          </a:xfrm>
          <a:prstGeom prst="ellipse">
            <a:avLst/>
          </a:prstGeom>
          <a:solidFill>
            <a:srgbClr val="0D4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2377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4F4A"/>
                </a:solidFill>
              </a:rPr>
              <a:t>Dec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206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Archive data
and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Project contact: ryan.kirkland@gmail.com (lab coordinator)  |  PI: dorothy.langston@Finthesiss.ai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National Genomics Consortium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67025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Submitted by Dorothy Langston, Ph.D.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84C"/>
                </a:solidFill>
              </a:rPr>
              <a:t>dorothy.langston@Finthesiss.ai  |  Haverstone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