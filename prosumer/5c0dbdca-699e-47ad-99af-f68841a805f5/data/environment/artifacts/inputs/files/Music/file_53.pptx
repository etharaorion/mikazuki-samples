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 sold, cumulative</c:v>
                </c:pt>
              </c:strCache>
            </c:strRef>
          </c:tx>
          <c:spPr>
            <a:ln w="31750">
              <a:solidFill>
                <a:srgbClr val="8E2A3E"/>
              </a:solidFill>
            </a:ln>
          </c:spPr>
          <c:cat>
            <c:strRef>
              <c:f>Sheet1!$A$2:$A$8</c:f>
              <c:strCache>
                <c:ptCount val="7"/>
                <c:pt idx="0">
                  <c:v>Oct 1</c:v>
                </c:pt>
                <c:pt idx="1">
                  <c:v>Oct 2</c:v>
                </c:pt>
                <c:pt idx="2">
                  <c:v>Oct 3</c:v>
                </c:pt>
                <c:pt idx="3">
                  <c:v>Oct 4</c:v>
                </c:pt>
                <c:pt idx="4">
                  <c:v>Oct 5</c:v>
                </c:pt>
                <c:pt idx="5">
                  <c:v>Oct 6</c:v>
                </c:pt>
                <c:pt idx="6">
                  <c:v>Oct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8</c:v>
                </c:pt>
                <c:pt idx="2">
                  <c:v>11</c:v>
                </c:pt>
                <c:pt idx="3">
                  <c:v>16</c:v>
                </c:pt>
                <c:pt idx="4">
                  <c:v>20</c:v>
                </c:pt>
                <c:pt idx="5">
                  <c:v>26</c:v>
                </c:pt>
                <c:pt idx="6">
                  <c:v>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A5A5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A5A52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5400"/>
          </a:xfrm>
          <a:prstGeom prst="rect">
            <a:avLst/>
          </a:prstGeom>
          <a:solidFill>
            <a:srgbClr val="B6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6892F"/>
                </a:solidFill>
                <a:latin typeface="Calibri"/>
              </a:rPr>
              <a:t>FIFTH ANNIVERSARY</a:t>
            </a:r>
          </a:p>
          <a:p>
            <a:pPr algn="l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548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6ECDD"/>
                </a:solidFill>
                <a:latin typeface="Calibri"/>
              </a:rPr>
              <a:t>The Phoenix, 302 W 8th St, Kansas City   .   Saturday, October 10, 2026   .   6:00 PM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7C9CF"/>
                </a:solidFill>
                <a:latin typeface="Calibri"/>
              </a:rPr>
              <a:t>A celebration of five years of Crossroads Conservatory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Run of Show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4937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4754880"/>
                <a:gridCol w="475488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anchor="ctr" marT="38100" marB="38100" marL="88900" marR="88900">
                    <a:solidFill>
                      <a:srgbClr val="8E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anchor="ctr" marT="38100" marB="38100" marL="88900" marR="88900">
                    <a:solidFill>
                      <a:srgbClr val="8E2A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Performers</a:t>
                      </a:r>
                    </a:p>
                  </a:txBody>
                  <a:tcPr anchor="ctr" marT="38100" marB="38100" marL="88900" marR="88900">
                    <a:solidFill>
                      <a:srgbClr val="8E2A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6:00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Welcome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Jessica Webb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6:05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Beginner piano group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Priya Nair studio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6:15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Youth guitar trio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Marcus Bell studio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6:25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Voice feature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Diane Foster studio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6:40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Teen jazz ensemble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Ray Coleman, Dante Webb on drums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7:00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Intermission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Merch and dessert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7:30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Frank DeLuca, guest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With Jessica, Naima</a:t>
                      </a:r>
                    </a:p>
                  </a:txBody>
                  <a:tcPr anchor="ctr" marT="38100" marB="38100" marL="88900" marR="889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7:45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The Jessica Webb Quartet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1A1E"/>
                          </a:solidFill>
                          <a:latin typeface="Calibri"/>
                        </a:rPr>
                        <a:t>Closing set</a:t>
                      </a:r>
                    </a:p>
                  </a:txBody>
                  <a:tcPr anchor="ctr" marT="38100" marB="38100" marL="88900" marR="88900">
                    <a:solidFill>
                      <a:srgbClr val="F6ECD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6E1E2E"/>
                </a:solidFill>
                <a:latin typeface="Calibri"/>
              </a:rPr>
              <a:t>Advance Ticket Sales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7863840" y="1554480"/>
            <a:ext cx="3657600" cy="4663440"/>
          </a:xfrm>
          <a:prstGeom prst="rect">
            <a:avLst/>
          </a:prstGeom>
          <a:solidFill>
            <a:srgbClr val="6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1828800"/>
            <a:ext cx="32004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5400" b="1">
                <a:solidFill>
                  <a:srgbClr val="B6892F"/>
                </a:solidFill>
                <a:latin typeface="Calibri"/>
              </a:rPr>
              <a:t>35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6ECDD"/>
                </a:solidFill>
                <a:latin typeface="Calibri"/>
              </a:rPr>
              <a:t>tickets in the first week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7C9CF"/>
                </a:solidFill>
                <a:latin typeface="Calibri"/>
              </a:rPr>
              <a:t>Capacity 120 at The Phoenix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E7C9CF"/>
                </a:solidFill>
                <a:latin typeface="Calibri"/>
              </a:rPr>
              <a:t>Adults 15 dollars, free for children under 12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7C9CF"/>
                </a:solidFill>
                <a:latin typeface="Calibri"/>
              </a:rPr>
              <a:t>Sold through online ticketing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Show Day Logistics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828800"/>
            <a:ext cx="2606040" cy="3108960"/>
          </a:xfrm>
          <a:prstGeom prst="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606040" cy="822960"/>
          </a:xfrm>
          <a:prstGeom prst="rect">
            <a:avLst/>
          </a:prstGeom>
          <a:solidFill>
            <a:srgbClr val="B6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1A1E"/>
                </a:solidFill>
                <a:latin typeface="Calibri"/>
              </a:rPr>
              <a:t>Load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E1E2E"/>
                </a:solidFill>
                <a:latin typeface="Calibri"/>
              </a:rPr>
              <a:t>3:30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A5A52"/>
                </a:solidFill>
                <a:latin typeface="Calibri"/>
              </a:rPr>
              <a:t>Risers for student ensembles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606040" cy="3108960"/>
          </a:xfrm>
          <a:prstGeom prst="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606040" cy="822960"/>
          </a:xfrm>
          <a:prstGeom prst="rect">
            <a:avLst/>
          </a:prstGeom>
          <a:solidFill>
            <a:srgbClr val="B6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3852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1A1E"/>
                </a:solidFill>
                <a:latin typeface="Calibri"/>
              </a:rPr>
              <a:t>Sound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8036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E1E2E"/>
                </a:solidFill>
                <a:latin typeface="Calibri"/>
              </a:rPr>
              <a:t>4:00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65760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A5A52"/>
                </a:solidFill>
                <a:latin typeface="Calibri"/>
              </a:rPr>
              <a:t>Students in order, quartet at 5:15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606040" cy="3108960"/>
          </a:xfrm>
          <a:prstGeom prst="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606040" cy="822960"/>
          </a:xfrm>
          <a:prstGeom prst="rect">
            <a:avLst/>
          </a:prstGeom>
          <a:solidFill>
            <a:srgbClr val="B6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93852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1A1E"/>
                </a:solidFill>
                <a:latin typeface="Calibri"/>
              </a:rPr>
              <a:t>Doors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8036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E1E2E"/>
                </a:solidFill>
                <a:latin typeface="Calibri"/>
              </a:rPr>
              <a:t>5:30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65760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A5A52"/>
                </a:solidFill>
                <a:latin typeface="Calibri"/>
              </a:rPr>
              <a:t>Check in at the box with Claire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828800"/>
            <a:ext cx="2606040" cy="3108960"/>
          </a:xfrm>
          <a:prstGeom prst="rect">
            <a:avLst/>
          </a:prstGeom>
          <a:solidFill>
            <a:srgbClr val="F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828800"/>
            <a:ext cx="2606040" cy="822960"/>
          </a:xfrm>
          <a:prstGeom prst="rect">
            <a:avLst/>
          </a:prstGeom>
          <a:solidFill>
            <a:srgbClr val="B68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938528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1A1E"/>
                </a:solidFill>
                <a:latin typeface="Calibri"/>
              </a:rPr>
              <a:t>Hard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88036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E1E2E"/>
                </a:solidFill>
                <a:latin typeface="Calibri"/>
              </a:rPr>
              <a:t>8:30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657600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A5A52"/>
                </a:solidFill>
                <a:latin typeface="Calibri"/>
              </a:rPr>
              <a:t>House sound by the 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6ECDD"/>
                </a:solidFill>
                <a:latin typeface="Calibri"/>
              </a:rPr>
              <a:t>Stage manager Claire Reynolds. Music director Jessica Webb. Keep transitions under 90 seconds.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  <p:stCondLst>
                                  <p:cond delay="0"/>
                                </p:stCondLst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2026-10-02T10:00:00Z</dcterms:created>
  <dcterms:modified xsi:type="dcterms:W3CDTF">2026-10-05T10:00:00Z</dcterms:modified>
  <cp:category/>
</cp:coreProperties>
</file>